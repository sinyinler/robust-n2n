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Microsoft YaHei"/>
              </a:rPr>
              <a:t>跨 seed ΔPSNR（dB）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w_feat=0.3</c:v>
                  </c:pt>
                  <c:pt idx="1">
                    <c:v>w_feat=0.15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</c:v>
                </c:pt>
                <c:pt idx="1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w_feat=0.3</c:v>
                  </c:pt>
                  <c:pt idx="1">
                    <c:v>w_feat=0.15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w_feat=0.3</c:v>
                  </c:pt>
                  <c:pt idx="1">
                    <c:v>w_feat=0.15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-0.598</c:v>
                </c:pt>
                <c:pt idx="1">
                  <c:v>-0.369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Microsoft YaHei"/>
              </a:rPr>
              <a:t>ΔPSNR 随 OOD 加深单调下降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</c:v>
                </c:pt>
                <c:pt idx="1">
                  <c:v>0.928</c:v>
                </c:pt>
                <c:pt idx="2">
                  <c:v>0.534</c:v>
                </c:pt>
                <c:pt idx="3">
                  <c:v>-0.794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-0.408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-0.598</c:v>
                </c:pt>
                <c:pt idx="1">
                  <c:v>-1.674</c:v>
                </c:pt>
                <c:pt idx="2">
                  <c:v>-2.981</c:v>
                </c:pt>
                <c:pt idx="3">
                  <c:v>-2.725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-1.16</c:v>
                </c:pt>
                <c:pt idx="3">
                  <c:v>-1.63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solidFill>
              <a:srgbClr val="AAB0BB"/>
            </a:solidFill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Microsoft YaHei"/>
              </a:rPr>
              <a:t>projector 大幅压平 OOD 衰退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solidFill>
              <a:srgbClr val="D4537E"/>
            </a:solidFill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-1.16</c:v>
                </c:pt>
                <c:pt idx="3">
                  <c:v>-1.63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solidFill>
              <a:srgbClr val="AAB0BB"/>
            </a:solidFill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level4</c:v>
                  </c:pt>
                  <c:pt idx="1">
                    <c:v>level3</c:v>
                  </c:pt>
                  <c:pt idx="2">
                    <c:v>level2</c:v>
                  </c:pt>
                  <c:pt idx="3">
                    <c:v>level1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5x5 数据 level4 训练　|　50 帧配对评测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indent="0" marL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 数据集 level4（最干净层），3 epoch，batch 24；同层内配对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73736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indent="0" marL="0">
              <a:lnSpc>
                <a:spcPct val="118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Charb(f(x), 兄弟帧) + 0.01·RTV(f(x))　单向重建</a:t>
            </a:r>
            <a:endParaRPr lang="en-US" sz="160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注意：Robust 的 w_feat=0 并不等于此基线（它仍有 γ 一致性项、无 RTV、两向重建）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  <a:gridCol w="1417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归一化，仅变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251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注：w_feat=0 ≠ N2N 基线。它仍是「两向对称重建 + γ=0.1 一致性、无 RTV」；基线是「单向重建 + RTV 0.01」。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5577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初步发现（seed42，单 seed，仅供圈定范围）：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分布上 e3+bn 最好，加浅层(e1/e2)全部落进噪声；② 强度需 w_feat≥0.15，太弱(0/0.05/0.1)反而输给基线；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同一 base 下 w_feat 0→0.3 提升 +1.6 dB，这是特征损失的净效果；但 w_feat=0 低于 N2N 的 0.87 dB 主要来自 base 差异（γ 项 / 无 RTV / 两向重建），不能全归因于「缺特征损失」。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0" y="146304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60120"/>
                <a:gridCol w="9601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0" y="14630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输入越噪、离训练分布越远，Robust 相对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 · projector 消融（e3+bn, 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在 OOD 上挽回约 1 dB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14173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 ± 0.99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−0.67 ± 0.46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 ± 1.76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 ± 0.86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 ± 1.30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 ± 0.53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+0.14 ± 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ΔPSNR = Robust − N2N（dB），跨 3 seed 均值±std。改善随 OOD 加深而增大。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840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机制证据 · 特征健康度（std 占健康值 1/√dim 的比例）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projector：e3 31~38%、bn 43~54%（严重压缩）　→　带 projector：e3 83~90%、bn 91~92%（恢复健康）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92240" y="1463040"/>
          <a:ext cx="5257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377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有大幅、可测量、三 seed 可复现的作用（特征不被压缩、OOD 挽回约 1 dB、方差减半），并非装饰。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但仍未赢 N2N：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level1 为 −0.67±0.46（|mean|&gt;std，是稳定的输）。projector 把「崩盘」变成「小输」，治标未治本。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诊断与下一步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诊断与下一步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73377"/>
          </a:solidFill>
          <a:ln w="12700">
            <a:solidFill>
              <a:srgbClr val="3A4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根因诊断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 level4 单一噪声层训练，且同级配对（n1、n2 噪声等级相同）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特征一致性从没见过噪声等级的变化 → 把特征几何过拟合到 level4 的噪声统计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projector 时特征被压到健康值的 3~5 成，OOD 上崩盘（−1.63 dB）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恢复特征健康、挽回约 1 dB —— 但只是缓解，治标未治本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73377"/>
          </a:solidFill>
          <a:ln w="12700">
            <a:solidFill>
              <a:srgbClr val="3A4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BE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下一步（回到项目原设计）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与 Robust 都改在 level2/3/4 上训练（多噪声层），并保留 projector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 level1 当 noise-OOD，重新测配对 ΔPSNR（3 seed）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更强版本（可选）：跨级配对（n1 取 level4、n2 取 level2），逼特征对噪声等级不变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8E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判据不变：level1 上跨 seed 均值 &gt; std 且为正，才算 OOD 增益成立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诚实结论：一致性正则需要两个条件才可能在 OOD 兑现 —— ① projector 防止特征压缩（已验证，挽回约 1 dB）；② 多噪声层暴露提供「噪声等级不变性」的学习信号（待验证，lv234 正在重跑）。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宋亚栋</cp:lastModifiedBy>
  <cp:revision>1</cp:revision>
  <dcterms:created xsi:type="dcterms:W3CDTF">2026-07-10T03:51:30Z</dcterms:created>
  <dcterms:modified xsi:type="dcterms:W3CDTF">2026-07-10T03:51:30Z</dcterms:modified>
</cp:coreProperties>
</file>